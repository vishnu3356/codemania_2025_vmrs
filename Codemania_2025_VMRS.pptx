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Poppins Semi-Bold" pitchFamily="2" charset="0"/>
      <p:regular r:id="rId15"/>
    </p:embeddedFont>
    <p:embeddedFont>
      <p:font typeface="Times New Roman Bold" panose="02020803070505020304" pitchFamily="18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-6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3.fntdata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6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font" Target="fonts/font5.fntdata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4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sv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8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sv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9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.sv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sv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sv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sv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10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sv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sv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246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6214198" y="189277"/>
            <a:ext cx="5292017" cy="1678847"/>
          </a:xfrm>
          <a:custGeom>
            <a:avLst/>
            <a:gdLst/>
            <a:ahLst/>
            <a:cxnLst/>
            <a:rect l="l" t="t" r="r" b="b"/>
            <a:pathLst>
              <a:path w="5292017" h="1678847">
                <a:moveTo>
                  <a:pt x="0" y="0"/>
                </a:moveTo>
                <a:lnTo>
                  <a:pt x="5292017" y="0"/>
                </a:lnTo>
                <a:lnTo>
                  <a:pt x="5292017" y="1678846"/>
                </a:lnTo>
                <a:lnTo>
                  <a:pt x="0" y="1678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4368" y="302299"/>
            <a:ext cx="3042518" cy="1452802"/>
          </a:xfrm>
          <a:custGeom>
            <a:avLst/>
            <a:gdLst/>
            <a:ahLst/>
            <a:cxnLst/>
            <a:rect l="l" t="t" r="r" b="b"/>
            <a:pathLst>
              <a:path w="3042518" h="1452802">
                <a:moveTo>
                  <a:pt x="0" y="0"/>
                </a:moveTo>
                <a:lnTo>
                  <a:pt x="3042518" y="0"/>
                </a:lnTo>
                <a:lnTo>
                  <a:pt x="3042518" y="1452802"/>
                </a:lnTo>
                <a:lnTo>
                  <a:pt x="0" y="145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19591" y="302299"/>
            <a:ext cx="1868213" cy="1868213"/>
          </a:xfrm>
          <a:custGeom>
            <a:avLst/>
            <a:gdLst/>
            <a:ahLst/>
            <a:cxnLst/>
            <a:rect l="l" t="t" r="r" b="b"/>
            <a:pathLst>
              <a:path w="1868213" h="1868213">
                <a:moveTo>
                  <a:pt x="0" y="0"/>
                </a:moveTo>
                <a:lnTo>
                  <a:pt x="1868213" y="0"/>
                </a:lnTo>
                <a:lnTo>
                  <a:pt x="1868213" y="1868213"/>
                </a:lnTo>
                <a:lnTo>
                  <a:pt x="0" y="1868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95367" y="2081747"/>
            <a:ext cx="13135295" cy="755963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ts val="5426"/>
              </a:lnSpc>
            </a:pPr>
            <a:endParaRPr dirty="0"/>
          </a:p>
          <a:p>
            <a:pPr algn="ctr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•Problem Statement Title –</a:t>
            </a:r>
            <a:r>
              <a:rPr lang="en-IN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Web App for Finding Local Community Resources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•Theme –</a:t>
            </a:r>
            <a:r>
              <a:rPr lang="en-IN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 Create an useful API’s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ID –</a:t>
            </a:r>
            <a:r>
              <a:rPr lang="en-IN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DHAVMR23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•Team Name –</a:t>
            </a:r>
            <a:r>
              <a:rPr lang="en-IN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Codemania_2025_VMRS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•Participant Names –</a:t>
            </a:r>
            <a:r>
              <a:rPr lang="en-IN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  D.Vishnu(23D41A6633)</a:t>
            </a:r>
          </a:p>
          <a:p>
            <a:pPr lvl="2" algn="ctr">
              <a:lnSpc>
                <a:spcPts val="5426"/>
              </a:lnSpc>
            </a:pPr>
            <a:r>
              <a:rPr lang="en-IN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G.Madhursri (23D41A6653)</a:t>
            </a:r>
          </a:p>
          <a:p>
            <a:pPr lvl="5" algn="ctr">
              <a:lnSpc>
                <a:spcPts val="5426"/>
              </a:lnSpc>
            </a:pPr>
            <a:r>
              <a:rPr lang="en-IN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 Surya Rushmitha (23D41A6659)</a:t>
            </a:r>
          </a:p>
          <a:p>
            <a:pPr lvl="3" algn="ctr">
              <a:lnSpc>
                <a:spcPts val="5426"/>
              </a:lnSpc>
            </a:pPr>
            <a:r>
              <a:rPr lang="en-IN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J.Rahul kumar(23D41A6664)</a:t>
            </a:r>
          </a:p>
          <a:p>
            <a:pPr lvl="5" algn="ctr">
              <a:lnSpc>
                <a:spcPts val="5426"/>
              </a:lnSpc>
            </a:pP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42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id="9" name="TextBox 9"/>
          <p:cNvSpPr txBox="1"/>
          <p:nvPr/>
        </p:nvSpPr>
        <p:spPr>
          <a:xfrm flipV="1">
            <a:off x="5581922" y="-8388298"/>
            <a:ext cx="6523473" cy="2843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</a:pPr>
            <a:endParaRPr dirty="0"/>
          </a:p>
          <a:p>
            <a:pPr algn="ctr">
              <a:lnSpc>
                <a:spcPts val="7615"/>
              </a:lnSpc>
              <a:spcBef>
                <a:spcPct val="0"/>
              </a:spcBef>
            </a:pPr>
            <a:r>
              <a:rPr lang="en-US" sz="543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543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21979" y="9794298"/>
            <a:ext cx="1107645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500" y="674602"/>
            <a:ext cx="1854576" cy="1176869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1843265" y="3087519"/>
            <a:ext cx="589810" cy="562162"/>
            <a:chOff x="0" y="0"/>
            <a:chExt cx="812800" cy="774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7040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228600" y="209550"/>
              <a:ext cx="3556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1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44036" y="1018927"/>
            <a:ext cx="6988739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5773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3673" y="882423"/>
            <a:ext cx="1424228" cy="33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IN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VMRS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603148" y="2927430"/>
            <a:ext cx="12496443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2"/>
              </a:lnSpc>
              <a:spcBef>
                <a:spcPct val="0"/>
              </a:spcBef>
            </a:pPr>
            <a:r>
              <a:rPr lang="en-US" sz="386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5787" y="3801741"/>
            <a:ext cx="15058509" cy="4741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6301"/>
              </a:lnSpc>
              <a:buFont typeface="Wingdings" pitchFamily="2" charset="2"/>
              <a:buChar char="Ø"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App Name: Local Community Resource Finder
Purpose:To help users easily locate essential local services (food banks, shelters, clinics) based on their current location and allow them to leave ratings and reviews for others to benefit from.</a:t>
            </a:r>
          </a:p>
          <a:p>
            <a:pPr marL="571500" indent="-571500">
              <a:lnSpc>
                <a:spcPts val="6301"/>
              </a:lnSpc>
              <a:buFont typeface="Wingdings" pitchFamily="2" charset="2"/>
              <a:buChar char="Ø"/>
            </a:pPr>
            <a:r>
              <a:rPr lang="en-IN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detects the user’s location using the browser’s Geolocation API.</a:t>
            </a:r>
          </a:p>
          <a:p>
            <a:pPr marL="571500" indent="-571500">
              <a:lnSpc>
                <a:spcPts val="6301"/>
              </a:lnSpc>
              <a:buFont typeface="Wingdings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1124" y="640956"/>
            <a:ext cx="9226960" cy="10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3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IN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VMRS 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4134" y="1829860"/>
            <a:ext cx="14762261" cy="7879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2400" b="1" dirty="0"/>
              <a:t> </a:t>
            </a:r>
            <a:r>
              <a:rPr lang="en-US" sz="3200" b="1" dirty="0"/>
              <a:t>Frontend Technologies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/>
              <a:t>HTML5, CSS3, JavaScript</a:t>
            </a:r>
            <a:r>
              <a:rPr lang="en-US" sz="3200" dirty="0"/>
              <a:t> – </a:t>
            </a:r>
          </a:p>
          <a:p>
            <a:r>
              <a:rPr lang="en-IN" sz="3200" b="1" dirty="0"/>
              <a:t>2.</a:t>
            </a:r>
            <a:r>
              <a:rPr lang="en-US" sz="3200" b="1" dirty="0"/>
              <a:t>Frameworks/Libraries</a:t>
            </a:r>
            <a:r>
              <a:rPr lang="en-US" sz="3200" dirty="0"/>
              <a:t>: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en-US" sz="3200" b="1" dirty="0"/>
              <a:t>React.js / Angular / Vue.js</a:t>
            </a:r>
            <a:r>
              <a:rPr lang="en-US" sz="3200" dirty="0"/>
              <a:t> – for building dynamic user interfaces.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en-US" sz="3200" b="1" dirty="0"/>
              <a:t>Bootstrap / Tailwind CSS</a:t>
            </a:r>
            <a:r>
              <a:rPr lang="en-US" sz="3200" dirty="0"/>
              <a:t> – for responsive design.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sz="3200" b="1" dirty="0"/>
              <a:t> Backend Technologies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3200" b="1" dirty="0"/>
              <a:t>Node.js / Express.js</a:t>
            </a:r>
            <a:r>
              <a:rPr lang="en-US" sz="3200" dirty="0"/>
              <a:t> –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3200" b="1" dirty="0"/>
              <a:t>Python (Django / Flask)</a:t>
            </a:r>
            <a:r>
              <a:rPr lang="en-US" sz="3200" dirty="0"/>
              <a:t> – for scalable and rapid web development.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3200" b="1" dirty="0"/>
              <a:t>Java / Spring Boot</a:t>
            </a:r>
            <a:r>
              <a:rPr lang="en-US" sz="3200" dirty="0"/>
              <a:t> – for enterprise-grade applications.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US" sz="3200" b="1" dirty="0"/>
              <a:t> Version Control &amp; Collaboration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3200" b="1" dirty="0"/>
              <a:t>Git &amp; GitHub / GitLab / Bitbucket</a:t>
            </a:r>
            <a:r>
              <a:rPr lang="en-US" sz="3200" dirty="0"/>
              <a:t> – for source control and team collaboration.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3200" b="1" dirty="0"/>
              <a:t> Methodology and Process for Implementation</a:t>
            </a:r>
          </a:p>
          <a:p>
            <a:r>
              <a:rPr lang="en-US" sz="3200" b="1" dirty="0"/>
              <a:t>1. Requirement Gathering</a:t>
            </a:r>
            <a:r>
              <a:rPr lang="en-IN" sz="3200" b="1" dirty="0"/>
              <a:t>:</a:t>
            </a:r>
            <a:r>
              <a:rPr lang="en-US" sz="3200" dirty="0"/>
              <a:t>Understand business needs and define goals.</a:t>
            </a:r>
          </a:p>
          <a:p>
            <a:r>
              <a:rPr lang="en-US" sz="3200" b="1" dirty="0"/>
              <a:t>2. Planning</a:t>
            </a:r>
            <a:r>
              <a:rPr lang="en-IN" sz="3200" b="1" dirty="0"/>
              <a:t>:</a:t>
            </a:r>
            <a:r>
              <a:rPr lang="en-US" sz="3200" dirty="0"/>
              <a:t>Define project scope, timeline, and resources.</a:t>
            </a:r>
          </a:p>
          <a:p>
            <a:r>
              <a:rPr lang="en-US" sz="3200" b="1" dirty="0"/>
              <a:t>3. Design</a:t>
            </a:r>
            <a:r>
              <a:rPr lang="en-IN" sz="3200" b="1" dirty="0"/>
              <a:t>:</a:t>
            </a:r>
            <a:r>
              <a:rPr lang="en-US" sz="3200" dirty="0"/>
              <a:t>UI/UX design using tools like Figma / Adobe XD.Wireframes and prototypes for user flows.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1469" y="2260652"/>
            <a:ext cx="5058032" cy="342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-94564"/>
            <a:ext cx="18242277" cy="10381564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5725" y="9814565"/>
            <a:ext cx="18242277" cy="53749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6856" y="455527"/>
            <a:ext cx="10590345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8719" y="9794298"/>
            <a:ext cx="106037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3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IN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VMRS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-945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9" name="Title 13"/>
          <p:cNvSpPr>
            <a:spLocks noGrp="1"/>
          </p:cNvSpPr>
          <p:nvPr>
            <p:ph type="subTitle" idx="1"/>
          </p:nvPr>
        </p:nvSpPr>
        <p:spPr>
          <a:xfrm>
            <a:off x="0" y="1926099"/>
            <a:ext cx="13639800" cy="7249122"/>
          </a:xfrm>
        </p:spPr>
        <p:txBody>
          <a:bodyPr>
            <a:noAutofit/>
          </a:bodyPr>
          <a:lstStyle/>
          <a:p>
            <a:pPr marL="457200" indent="-457200" algn="l"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Feasibility of Web Technology</a:t>
            </a:r>
          </a:p>
          <a:p>
            <a:pPr marL="514350" indent="-514350" algn="l"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Technical Feasibility: </a:t>
            </a:r>
            <a:r>
              <a:rPr lang="en-IN" b="1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Google Maps API or alternatives like OpenStreetMap can visualize and display resources.</a:t>
            </a:r>
            <a:endParaRPr lang="en-IN" dirty="0">
              <a:solidFill>
                <a:schemeClr val="tx1"/>
              </a:solidFill>
              <a:latin typeface="Times New Roman Bold" pitchFamily="18" charset="0"/>
              <a:cs typeface="Times New Roman Bold" pitchFamily="18" charset="0"/>
            </a:endParaRPr>
          </a:p>
          <a:p>
            <a:pPr marL="514350" indent="-514350" algn="l">
              <a:buAutoNum type="arabicPeriod"/>
            </a:pPr>
            <a:r>
              <a:rPr lang="en-IN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Operational Feasibility: Organizations can submit or update their listings with proper backend support.</a:t>
            </a:r>
            <a:endParaRPr lang="en-US" dirty="0">
              <a:solidFill>
                <a:schemeClr val="tx1"/>
              </a:solidFill>
              <a:latin typeface="Times New Roman Bold" pitchFamily="18" charset="0"/>
              <a:cs typeface="Times New Roman Bold" pitchFamily="18" charset="0"/>
            </a:endParaRPr>
          </a:p>
          <a:p>
            <a:pPr marL="514350" indent="-514350" algn="l">
              <a:buAutoNum type="arabicPeriod" startAt="3"/>
            </a:pPr>
            <a:r>
              <a:rPr lang="en-IN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Legal and Ethical Feasibility: Needs terms of service and content moderation for public reviews.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Viability</a:t>
            </a:r>
            <a:endParaRPr lang="en-US" dirty="0">
              <a:solidFill>
                <a:schemeClr val="tx1"/>
              </a:solidFill>
              <a:latin typeface="Times New Roman Bold" pitchFamily="18" charset="0"/>
              <a:cs typeface="Times New Roman Bold" pitchFamily="18" charset="0"/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1. Market Viability: </a:t>
            </a:r>
            <a:r>
              <a:rPr lang="en-IN" b="1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Useful for NGOs, municipalities, and social workers.</a:t>
            </a:r>
            <a:endParaRPr lang="en-US" dirty="0">
              <a:solidFill>
                <a:schemeClr val="tx1"/>
              </a:solidFill>
              <a:latin typeface="Times New Roman Bold" pitchFamily="18" charset="0"/>
              <a:cs typeface="Times New Roman Bold" pitchFamily="18" charset="0"/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2. Scalability: </a:t>
            </a:r>
            <a:r>
              <a:rPr lang="en-IN" b="1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Additional features like filters, categories, or accessibility support can be added later</a:t>
            </a:r>
            <a:endParaRPr lang="en-US" dirty="0">
              <a:solidFill>
                <a:schemeClr val="tx1"/>
              </a:solidFill>
              <a:latin typeface="Times New Roman Bold" pitchFamily="18" charset="0"/>
              <a:cs typeface="Times New Roman Bold" pitchFamily="18" charset="0"/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3. </a:t>
            </a:r>
            <a:r>
              <a:rPr lang="en-IN" b="1" dirty="0">
                <a:solidFill>
                  <a:schemeClr val="tx1"/>
                </a:solidFill>
                <a:latin typeface="Times New Roman Bold" pitchFamily="18" charset="0"/>
                <a:cs typeface="Times New Roman Bold" pitchFamily="18" charset="0"/>
              </a:rPr>
              <a:t>Financial Viability:Initial development costs are moderate if using open-source tools.</a:t>
            </a:r>
            <a:endParaRPr lang="en-US" dirty="0">
              <a:solidFill>
                <a:schemeClr val="tx1"/>
              </a:solidFill>
              <a:latin typeface="Times New Roman Bold" pitchFamily="18" charset="0"/>
              <a:cs typeface="Times New Roman Bold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7019"/>
          <a:stretch/>
        </p:blipFill>
        <p:spPr bwMode="auto">
          <a:xfrm>
            <a:off x="12688174" y="4346564"/>
            <a:ext cx="5336467" cy="3586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4650" y="565676"/>
            <a:ext cx="8879582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3860" y="9794298"/>
            <a:ext cx="1017605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3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IN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VMRS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433074" y="2504462"/>
            <a:ext cx="14325600" cy="5692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3200" b="1" dirty="0"/>
              <a:t>Impact of Web Technology</a:t>
            </a:r>
          </a:p>
          <a:p>
            <a:r>
              <a:rPr lang="en-US" sz="3200" b="1" dirty="0"/>
              <a:t>1.</a:t>
            </a:r>
            <a:r>
              <a:rPr lang="en-IN" sz="3200" b="1" dirty="0"/>
              <a:t>Crisis Response Aid</a:t>
            </a:r>
          </a:p>
          <a:p>
            <a:r>
              <a:rPr lang="en-IN" sz="3200" b="1" dirty="0"/>
              <a:t>2.Reduced Resource Waste</a:t>
            </a:r>
          </a:p>
          <a:p>
            <a:r>
              <a:rPr lang="en-IN" sz="3200" b="1" dirty="0"/>
              <a:t>3.Empowerment through Information</a:t>
            </a:r>
          </a:p>
          <a:p>
            <a:r>
              <a:rPr lang="en-IN" sz="3200" b="1" dirty="0"/>
              <a:t>4.Increased Accessibility</a:t>
            </a:r>
            <a:endParaRPr lang="en-US" sz="3200" b="1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b="1" dirty="0"/>
              <a:t>Benefits of Web Technology</a:t>
            </a:r>
          </a:p>
          <a:p>
            <a:pPr marL="514350" indent="-514350">
              <a:buAutoNum type="arabicPeriod"/>
            </a:pPr>
            <a:r>
              <a:rPr lang="en-IN" sz="3200" b="1" dirty="0"/>
              <a:t>Mobile Accessibility</a:t>
            </a:r>
          </a:p>
          <a:p>
            <a:pPr marL="514350" indent="-514350">
              <a:buAutoNum type="arabicPeriod"/>
            </a:pPr>
            <a:r>
              <a:rPr lang="en-IN" sz="3200" b="1" dirty="0"/>
              <a:t>Data-Driven Insights</a:t>
            </a:r>
          </a:p>
          <a:p>
            <a:pPr marL="514350" indent="-514350">
              <a:buAutoNum type="arabicPeriod"/>
            </a:pPr>
            <a:r>
              <a:rPr lang="en-IN" sz="3200" b="1" dirty="0"/>
              <a:t>Real-Time Updates</a:t>
            </a:r>
          </a:p>
          <a:p>
            <a:pPr marL="514350" indent="-514350">
              <a:buAutoNum type="arabicPeriod"/>
            </a:pPr>
            <a:r>
              <a:rPr lang="en-IN" sz="3200" b="1" dirty="0"/>
              <a:t>Community Building</a:t>
            </a:r>
            <a:endParaRPr lang="en-US" sz="3200" b="1" dirty="0"/>
          </a:p>
          <a:p>
            <a:pPr algn="l">
              <a:lnSpc>
                <a:spcPts val="6713"/>
              </a:lnSpc>
            </a:pPr>
            <a:endParaRPr lang="en-US" sz="411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82112" y="455527"/>
            <a:ext cx="11323776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5994" y="9794298"/>
            <a:ext cx="103786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3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IN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VMRS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05786" y="2016261"/>
            <a:ext cx="15806740" cy="7693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05"/>
              </a:lnSpc>
            </a:pPr>
            <a:r>
              <a:rPr lang="en-IN" sz="466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 We’ll Implement:
1. Geolocation – Detect the user’s location.
2. Map Display – Show nearby resources on a map using Leaflet.js and OpenStreetMap.
3. List of Resources – Show details like name, type, distance.
4. Review System – Simple review + rating form saved locally (for demo).
5. Simple UI – Easy-to-use layout with HTML &amp; CSS.</a:t>
            </a:r>
            <a:endParaRPr lang="en-US" sz="46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3474" y="841771"/>
            <a:ext cx="9937554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330" y="9794298"/>
            <a:ext cx="1020696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3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IN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VMRS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09857" y="2657462"/>
            <a:ext cx="15541848" cy="6054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IN" sz="3200" dirty="0">
                <a:latin typeface="Times New Roman Bold" pitchFamily="18" charset="0"/>
                <a:cs typeface="Times New Roman Bold" pitchFamily="18" charset="0"/>
              </a:rPr>
              <a:t>User Accounts and Authentication: Allow users to create accounts to save favorite resources, track their reviews, or receive notifications.</a:t>
            </a: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 Bold" pitchFamily="18" charset="0"/>
                <a:cs typeface="Times New Roman Bold" pitchFamily="18" charset="0"/>
              </a:rPr>
              <a:t>Advanced Filtering and Search: Let users filter resources by type (e.g., food, shelter, medical), distance, open hours, accessibility, etc.</a:t>
            </a: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 Bold" pitchFamily="18" charset="0"/>
                <a:cs typeface="Times New Roman Bold" pitchFamily="18" charset="0"/>
              </a:rPr>
              <a:t>Review and Rating System: Enable users to write reviews, add star ratings, and upload photos.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 Bold" pitchFamily="18" charset="0"/>
                <a:cs typeface="Times New Roman Bold" pitchFamily="18" charset="0"/>
              </a:rPr>
              <a:t>Real-Time Updates and Availability: Show live information like open/closed status or estimated wait times.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Times New Roman Bold" pitchFamily="18" charset="0"/>
                <a:cs typeface="Times New Roman Bold" pitchFamily="18" charset="0"/>
              </a:rPr>
              <a:t>Mobile App Version: Build a native Android/iOS version for better offline support and performance.</a:t>
            </a:r>
          </a:p>
          <a:p>
            <a:endParaRPr lang="en-IN" sz="2800" dirty="0">
              <a:latin typeface="Times New Roman Bold" pitchFamily="18" charset="0"/>
              <a:cs typeface="Times New Roman Bold" pitchFamily="18" charset="0"/>
            </a:endParaRPr>
          </a:p>
          <a:p>
            <a:pPr algn="l">
              <a:lnSpc>
                <a:spcPts val="6413"/>
              </a:lnSpc>
            </a:pP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03984" y="968148"/>
            <a:ext cx="7897355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3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IN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VMRS 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42E278-8887-6CAA-980A-CA1DC7A793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661" y="2332107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117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9602" y="841771"/>
            <a:ext cx="10266947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5355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673" y="882423"/>
            <a:ext cx="1424228" cy="33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IN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VMRS </a:t>
            </a:r>
            <a:endParaRPr lang="en-US" sz="1933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17900" y="3543300"/>
            <a:ext cx="14213591" cy="4661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IN" sz="3200" dirty="0">
                <a:latin typeface="Times New Roman Bold" pitchFamily="18" charset="0"/>
                <a:cs typeface="Times New Roman Bold" pitchFamily="18" charset="0"/>
              </a:rPr>
              <a:t>Developing a web app that connects people with essential local resources like food banks, shelters, and clinics is both a socially impactful and technologically achievable initiative</a:t>
            </a:r>
            <a:endParaRPr lang="en-US" sz="3200" dirty="0">
              <a:latin typeface="Times New Roman Bold" pitchFamily="18" charset="0"/>
              <a:cs typeface="Times New Roman Bold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IN" sz="3200" dirty="0">
                <a:latin typeface="Times New Roman Bold" pitchFamily="18" charset="0"/>
                <a:cs typeface="Times New Roman Bold" pitchFamily="18" charset="0"/>
              </a:rPr>
              <a:t>As the app evolves, features like user accounts, real-time availability updates, multilingual support, and emergency alerts can further enhance its reach and effectiveness</a:t>
            </a:r>
            <a:endParaRPr lang="en-US" sz="3200" dirty="0">
              <a:latin typeface="Times New Roman Bold" pitchFamily="18" charset="0"/>
              <a:cs typeface="Times New Roman Bold" pitchFamily="18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IN" sz="3200" dirty="0">
                <a:latin typeface="Times New Roman Bold" pitchFamily="18" charset="0"/>
                <a:cs typeface="Times New Roman Bold" pitchFamily="18" charset="0"/>
              </a:rPr>
              <a:t>Its simplicity and accessibility ensure usability for a broad audience, including vulnerable populations.</a:t>
            </a:r>
            <a:endParaRPr lang="en-US" sz="3200" dirty="0">
              <a:latin typeface="Times New Roman Bold" pitchFamily="18" charset="0"/>
              <a:cs typeface="Times New Roman Bold" pitchFamily="18" charset="0"/>
            </a:endParaRPr>
          </a:p>
          <a:p>
            <a:pPr marL="834623" lvl="1" indent="-417311" algn="l">
              <a:lnSpc>
                <a:spcPts val="6301"/>
              </a:lnSpc>
              <a:buFont typeface="Arial"/>
              <a:buChar char="•"/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856</Words>
  <Application>Microsoft Office PowerPoint</Application>
  <PresentationFormat>Custom</PresentationFormat>
  <Paragraphs>113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Pink Gradient Modern Minimalist Computer Technology Presentation</dc:title>
  <dc:creator>DELL</dc:creator>
  <cp:lastModifiedBy>madhusrigudipalli3@gmail.com</cp:lastModifiedBy>
  <cp:revision>12</cp:revision>
  <dcterms:created xsi:type="dcterms:W3CDTF">2006-08-16T00:00:00Z</dcterms:created>
  <dcterms:modified xsi:type="dcterms:W3CDTF">2025-04-30T09:49:30Z</dcterms:modified>
  <dc:identifier>DAGmCImH0yY</dc:identifier>
</cp:coreProperties>
</file>